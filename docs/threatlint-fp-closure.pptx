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Closing false positives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8D3E0"/>
                </a:solidFill>
                <a:latin typeface="Calibri"/>
              </a:rPr>
              <a:t>Threatlint Findings triage → ServiceNow AVR · Azure DevOps Boards · GitHub Advanced Security → Semgrep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97706"/>
                </a:solidFill>
                <a:latin typeface="Calibri"/>
              </a:rPr>
              <a:t>Efficacy measured on 6 CodeSecurity AVITs · claude-opus-5-5 · 2026-10-21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Scanner noise costs AppSec hours per 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Triage is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Every CodeSecurity AVIT needs someone to open the code, trace the data flow, and decide whether it is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4592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Closure loses 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Items get closed with a one-line note. Auditors and the next reviewer can't see why it was a false positive.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4592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False positives come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Without tuning, the same finding reappears on the next scan, on every branch, in every tracker it syncs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One flow, three trackers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103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1031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1  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CodeSecurity items only.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Other AVR views are skipped and listed as excluded.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1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737360"/>
            <a:ext cx="2103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737360"/>
            <a:ext cx="21031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901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2 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7744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The FP reviewer reads the repository, traces each finding, and records a disposition with path:line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1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737360"/>
            <a:ext cx="2103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737360"/>
            <a:ext cx="21031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01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3  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7744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A FALSE POSITIVE gets the “Close FP &amp; tune Semgrep…” action. Each step needs explicit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1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737360"/>
            <a:ext cx="2103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1737360"/>
            <a:ext cx="21031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1901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4 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7744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The report is attached first, prefixed with the item ID; the item is then closed with “Closed by Threatlint”.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1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737360"/>
            <a:ext cx="21031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737360"/>
            <a:ext cx="210312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901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5  Tune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37744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0"/>
                </a:solidFill>
                <a:latin typeface="Calibri"/>
              </a:rPr>
              <a:t>Matching Semgrep findings (same rule, project, file) are ignored as false_positive across scans and branches.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D"/>
                </a:solidFill>
                <a:latin typeface="Calibri"/>
              </a:rPr>
              <a:t>A verdict never closes anything by itself. The server re-checks the disposition, the single tracker reference, and the CodeSecurity scope on every request.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TRACKER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Same result in each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ServiceNow AVR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Azure DevOps Boards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GitHub Advanced Security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Item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AVIT0012345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ADO-4821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GHAS-owner/repo#12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Report attached as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AVIT0012345-threatlint-fp-review.md (+ .docx)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ADO-4821-threatlint-fp-review.md (+ .docx)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Tracking issue (alerts cannot hold files)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Closing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Work note: Closed by Threatlint…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Discussion comment: Closed by Threatlint…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Dismissal comment: Closed by Threatlint… + issue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Closed state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Closed / False Positive (from sys_choice)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Closed (Completed category of the type)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dismissed · false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CodeSecurity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source/scanner/category/type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Tags, title, or area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Code-scanning alerts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Credential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OAuth client via AWS SSO (private window)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PAT: Work Items read &amp; write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330"/>
                          </a:solidFill>
                        </a:rPr>
                        <a:t>Token: code scanning alerts + issues write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EVALUATION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How efficacy was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864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6 CodeSecurity AVITs produced by real Semgrep registry rules on an evaluation repository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Ground truth set by reading the code: 3 false positives, 3 true positives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1 non-CodeSecurity AVIT (DAST) mixed in to test the scope filter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Mode: fixture AVITs (real Semgrep results)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Model: claude-opus-5-5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44068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4068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What was scored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074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Disposition per AVIT vs. ground truth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Unsafe closures: real vulnerabilities marked FALSE POSITIVE (the costly error)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Scope: non-CodeSecurity AVITs excluded before triage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• Closure mechanics: attach-before-close, AVIT-prefixed files, TRUE POSITIVE refused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Closing ran against recording stand-ins; no real tracker was changed.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6517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0D1B2A"/>
                </a:solidFill>
                <a:latin typeface="Calibri"/>
              </a:rPr>
              <a:t>6/6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Calibri"/>
              </a:rPr>
              <a:t>dispositions correct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737360"/>
            <a:ext cx="26517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E8E4E"/>
                </a:solidFill>
                <a:latin typeface="Calibri"/>
              </a:rPr>
              <a:t>3/3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Calibri"/>
              </a:rPr>
              <a:t>false positives identified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6517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E8E4E"/>
                </a:solidFill>
                <a:latin typeface="Calibri"/>
              </a:rPr>
              <a:t>3/3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Calibri"/>
              </a:rPr>
              <a:t>true positives kept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737360"/>
            <a:ext cx="26517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E8E4E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A8D"/>
                </a:solidFill>
                <a:latin typeface="Calibri"/>
              </a:rPr>
              <a:t>unsafe closures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330"/>
                </a:solidFill>
                <a:latin typeface="Calibri"/>
              </a:rPr>
              <a:t>Accuracy 100% · ambiguous 0 · non-CodeSecurity excluded: AVIT0090007 · 12 repository inspections · 231 s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A8D"/>
                </a:solidFill>
                <a:latin typeface="Calibri"/>
              </a:rPr>
              <a:t>Small sample: this shows the workflow is sound, not a production accuracy rate. Re-run on live AVITs with ground truth (docs/fp-closure.md).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EFFICACY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Verdict for each AVIT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108960"/>
                <a:gridCol w="1737360"/>
                <a:gridCol w="1737360"/>
                <a:gridCol w="2560320"/>
                <a:gridCol w="5486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AVIT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Rule (short)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detect-child-process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src/server.js:22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 (CONFIRMED)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detect-child-process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src/server.js:27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 (CONFIRMED)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express-path-join-resolve-traversal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src/server.js:32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 (CONFIRMED)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direct-response-write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src/server.js:34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FALSE POSITIVE (PLAUSIBLE)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raw-html-format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app/views.py:12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 (CONFIRMED)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AVIT0090006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subprocess-injection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app/views.py:18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TRUE POSITIVE (CONFIRMED)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330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AVIT0090001: `format` is checked against a fixed allow-list before exec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AVIT0090002: query parameter concatenated into a shell command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AVIT0090003: resolved path is confined to REPORTS with a separator-aware prefix check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AVIT0090004: response is a server-generated report file, not reflected input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AVIT0090005: HTML is escaped, but user input becomes Jinja template source (SSTI)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A8D"/>
                </a:solidFill>
                <a:latin typeface="Calibri"/>
              </a:rPr>
              <a:t>AVIT0090006: query parameter reaches subprocess with shell=True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CLOSURE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Closure: evidence first, then state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3291840"/>
                <a:gridCol w="438912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AVIT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Report attached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ServiceNow calls (in order)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Closed / 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AVIT0090001-threatlint-fp-review.md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read AVIT → read choices → attach report → close (PATCH)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Closed / False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AVIT0090003-threatlint-fp-review.md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read AVIT → read choices → attach report → close (PATCH)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Closed / False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AVIT0090004-threatlint-fp-review.md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read AVIT → read choices → attach report → close (PATCH)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AVIT0090002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Refused (HTTP 400)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330"/>
                          </a:solidFill>
                        </a:rPr>
                        <a:t>FP-002 is TRUE POSITIVE, not FALSE POSITIVE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Each closure uploads the AVIT-prefixed report before the PATCH that closes it. A TRUE POSITIVE is refused by the server even if the UI is bypassed.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Human in the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Every close and every Semgrep ignore asks for confirmation. A finding must be FALSE POSITIVE and reference exactly one item.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645920"/>
            <a:ext cx="3566160" cy="640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Narrow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Only CodeSecurity items qualify. Semgrep ignores are limited to one rule, project, and file, and the server re-matches before triaging.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566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45920"/>
            <a:ext cx="3566160" cy="64008"/>
          </a:xfrm>
          <a:prstGeom prst="rect">
            <a:avLst/>
          </a:prstGeom>
          <a:solidFill>
            <a:srgbClr val="1E8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10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Credentials stay 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28600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330"/>
                </a:solidFill>
                <a:latin typeface="Calibri"/>
              </a:rPr>
              <a:t>Tokens live in session memory only and are never written to disk. Redirects are refused, so tokens go only to validated API hosts.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D1B2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109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11099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10744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1B2A"/>
                </a:solidFill>
                <a:latin typeface="Calibri"/>
              </a:rPr>
              <a:t>To run on production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744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1. Grant the ServiceNow OAuth client write access to sn_vul_app_vulnerable_item and sys_attachment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2. Issue ADO PATs (Work Items: read &amp; write) and GitHub tokens (code scanning alerts + issues: write)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3. Confirm how AVR labels the CodeSecurity view; set THREATLINT_SNOW_CODE_SECURITY_PATTERN if needed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4. Run the efficacy evaluation on 20–50 live CodeSecurity AVITs with reviewer-labelled ground truth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330"/>
                </a:solidFill>
                <a:latin typeface="Calibri"/>
              </a:rPr>
              <a:t>5. Route rule-logic changes (pattern-not, path exclusions) from FP reports to the Semgrep rule owner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